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18" d="100"/>
          <a:sy n="118" d="100"/>
        </p:scale>
        <p:origin x="714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9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7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91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643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26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75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092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88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242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195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52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D1A36-EAB2-4F2E-B6CB-F4CC38F1C7CC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42B23-D553-4DB9-B498-EF1F285DD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583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4D0D38-F6FF-5CCF-B1F7-1683EE37A3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79" y="1020544"/>
            <a:ext cx="7240040" cy="417758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5328A8D-59C6-F91B-225C-18B23074096E}"/>
              </a:ext>
            </a:extLst>
          </p:cNvPr>
          <p:cNvSpPr/>
          <p:nvPr/>
        </p:nvSpPr>
        <p:spPr>
          <a:xfrm>
            <a:off x="1290118" y="1669554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74C4E7-0A38-DB4D-8134-E80C14085639}"/>
              </a:ext>
            </a:extLst>
          </p:cNvPr>
          <p:cNvSpPr/>
          <p:nvPr/>
        </p:nvSpPr>
        <p:spPr>
          <a:xfrm>
            <a:off x="1427352" y="1939661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1AE7C7-3F7C-C267-D32B-756A921FF078}"/>
              </a:ext>
            </a:extLst>
          </p:cNvPr>
          <p:cNvSpPr/>
          <p:nvPr/>
        </p:nvSpPr>
        <p:spPr>
          <a:xfrm>
            <a:off x="2244654" y="1988621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725D64-7DD4-BA5A-62B3-15182E75CA6A}"/>
              </a:ext>
            </a:extLst>
          </p:cNvPr>
          <p:cNvSpPr/>
          <p:nvPr/>
        </p:nvSpPr>
        <p:spPr>
          <a:xfrm>
            <a:off x="2814673" y="2994426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02EF209-B314-7D50-6EFC-96998BED1F29}"/>
              </a:ext>
            </a:extLst>
          </p:cNvPr>
          <p:cNvSpPr/>
          <p:nvPr/>
        </p:nvSpPr>
        <p:spPr>
          <a:xfrm>
            <a:off x="3421142" y="3109336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866C846-A3F9-2452-95BA-001A648BB64B}"/>
              </a:ext>
            </a:extLst>
          </p:cNvPr>
          <p:cNvSpPr/>
          <p:nvPr/>
        </p:nvSpPr>
        <p:spPr>
          <a:xfrm>
            <a:off x="3421142" y="3974806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365455E-8D8E-9FC9-039A-20E8D6F41727}"/>
              </a:ext>
            </a:extLst>
          </p:cNvPr>
          <p:cNvSpPr/>
          <p:nvPr/>
        </p:nvSpPr>
        <p:spPr>
          <a:xfrm>
            <a:off x="4251558" y="4698616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8598F5B-98EC-60EF-28B7-0132BEF6D55F}"/>
              </a:ext>
            </a:extLst>
          </p:cNvPr>
          <p:cNvSpPr/>
          <p:nvPr/>
        </p:nvSpPr>
        <p:spPr>
          <a:xfrm>
            <a:off x="4803019" y="4468794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954A758-C8AA-4377-7BC7-6423EBE0B30C}"/>
              </a:ext>
            </a:extLst>
          </p:cNvPr>
          <p:cNvSpPr/>
          <p:nvPr/>
        </p:nvSpPr>
        <p:spPr>
          <a:xfrm>
            <a:off x="6240575" y="2651594"/>
            <a:ext cx="244537" cy="2298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63525F-FEA7-B906-B2BC-3BF962F834CC}"/>
              </a:ext>
            </a:extLst>
          </p:cNvPr>
          <p:cNvSpPr/>
          <p:nvPr/>
        </p:nvSpPr>
        <p:spPr>
          <a:xfrm>
            <a:off x="7128673" y="2726233"/>
            <a:ext cx="244537" cy="2298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81E7F75-E52C-F24E-284F-4D50FC41575B}"/>
              </a:ext>
            </a:extLst>
          </p:cNvPr>
          <p:cNvSpPr/>
          <p:nvPr/>
        </p:nvSpPr>
        <p:spPr>
          <a:xfrm>
            <a:off x="4336933" y="2332032"/>
            <a:ext cx="244537" cy="22982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B449375-B325-9157-3B73-3ABC3D5B96C8}"/>
              </a:ext>
            </a:extLst>
          </p:cNvPr>
          <p:cNvSpPr/>
          <p:nvPr/>
        </p:nvSpPr>
        <p:spPr>
          <a:xfrm>
            <a:off x="5886407" y="4048781"/>
            <a:ext cx="244537" cy="22982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04B8BB-6294-6FBA-C877-3943962EF63E}"/>
              </a:ext>
            </a:extLst>
          </p:cNvPr>
          <p:cNvCxnSpPr>
            <a:cxnSpLocks/>
          </p:cNvCxnSpPr>
          <p:nvPr/>
        </p:nvCxnSpPr>
        <p:spPr>
          <a:xfrm flipV="1">
            <a:off x="2654128" y="1669554"/>
            <a:ext cx="2661959" cy="3143972"/>
          </a:xfrm>
          <a:prstGeom prst="line">
            <a:avLst/>
          </a:prstGeom>
          <a:ln w="2857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EB9A13A-A31F-A2D7-9E55-3F9147CE430E}"/>
              </a:ext>
            </a:extLst>
          </p:cNvPr>
          <p:cNvSpPr txBox="1"/>
          <p:nvPr/>
        </p:nvSpPr>
        <p:spPr>
          <a:xfrm>
            <a:off x="3175038" y="1550104"/>
            <a:ext cx="1221988" cy="766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Left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027117-DE49-3234-8CD0-34AE9EFF8336}"/>
              </a:ext>
            </a:extLst>
          </p:cNvPr>
          <p:cNvSpPr txBox="1"/>
          <p:nvPr/>
        </p:nvSpPr>
        <p:spPr>
          <a:xfrm>
            <a:off x="5335221" y="1848853"/>
            <a:ext cx="1404374" cy="766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Right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0611D2-BC2C-30D7-E495-7EF1CE61A6CD}"/>
              </a:ext>
            </a:extLst>
          </p:cNvPr>
          <p:cNvSpPr txBox="1"/>
          <p:nvPr/>
        </p:nvSpPr>
        <p:spPr>
          <a:xfrm rot="2360799">
            <a:off x="4889425" y="5301959"/>
            <a:ext cx="2408198" cy="766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Upstream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E57DB3-E242-6A4F-9648-37C70F1BC5BD}"/>
              </a:ext>
            </a:extLst>
          </p:cNvPr>
          <p:cNvSpPr txBox="1"/>
          <p:nvPr/>
        </p:nvSpPr>
        <p:spPr>
          <a:xfrm rot="2013781">
            <a:off x="4813608" y="1669917"/>
            <a:ext cx="2901336" cy="766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Downstream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7802DC-84E2-3A1E-34FE-08755457D0C0}"/>
              </a:ext>
            </a:extLst>
          </p:cNvPr>
          <p:cNvSpPr txBox="1"/>
          <p:nvPr/>
        </p:nvSpPr>
        <p:spPr>
          <a:xfrm>
            <a:off x="4208880" y="2005690"/>
            <a:ext cx="520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L12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155597-4883-FE2E-E699-905E289015FF}"/>
              </a:ext>
            </a:extLst>
          </p:cNvPr>
          <p:cNvSpPr txBox="1"/>
          <p:nvPr/>
        </p:nvSpPr>
        <p:spPr>
          <a:xfrm>
            <a:off x="448247" y="5404520"/>
            <a:ext cx="3406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Upstream </a:t>
            </a:r>
            <a:r>
              <a:rPr lang="en-US" dirty="0" err="1"/>
              <a:t>Lithologs</a:t>
            </a:r>
            <a:r>
              <a:rPr lang="en-US" dirty="0"/>
              <a:t> Locations: L2, L3, L4, L5, L6, L7, L8, L10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2169A5-595F-FB95-E2FA-1369C74EB65F}"/>
              </a:ext>
            </a:extLst>
          </p:cNvPr>
          <p:cNvSpPr txBox="1"/>
          <p:nvPr/>
        </p:nvSpPr>
        <p:spPr>
          <a:xfrm>
            <a:off x="448247" y="6123609"/>
            <a:ext cx="3406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Downstream </a:t>
            </a:r>
            <a:r>
              <a:rPr lang="en-US" dirty="0" err="1"/>
              <a:t>Lithologs</a:t>
            </a:r>
            <a:r>
              <a:rPr lang="en-US" dirty="0"/>
              <a:t> Locations: L12, L9, L11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E84B92-24AB-E6D9-7666-1106986EBECC}"/>
              </a:ext>
            </a:extLst>
          </p:cNvPr>
          <p:cNvSpPr txBox="1"/>
          <p:nvPr/>
        </p:nvSpPr>
        <p:spPr>
          <a:xfrm>
            <a:off x="5528579" y="5746948"/>
            <a:ext cx="2803646" cy="6463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Ignore 1-8 (red font, bold): they are canyon numbers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165083C-F638-6BFD-DE71-F28AF34BA03C}"/>
              </a:ext>
            </a:extLst>
          </p:cNvPr>
          <p:cNvSpPr/>
          <p:nvPr/>
        </p:nvSpPr>
        <p:spPr>
          <a:xfrm>
            <a:off x="181209" y="5533103"/>
            <a:ext cx="267038" cy="1945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D7B453B-2850-9A7F-F83F-5FA603DFC74E}"/>
              </a:ext>
            </a:extLst>
          </p:cNvPr>
          <p:cNvSpPr/>
          <p:nvPr/>
        </p:nvSpPr>
        <p:spPr>
          <a:xfrm>
            <a:off x="137473" y="6209709"/>
            <a:ext cx="267038" cy="19458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55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45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Hiranya Sahoo</dc:creator>
  <cp:lastModifiedBy>Hiranya Sahoo</cp:lastModifiedBy>
  <cp:revision>3</cp:revision>
  <dcterms:created xsi:type="dcterms:W3CDTF">2026-02-18T14:30:19Z</dcterms:created>
  <dcterms:modified xsi:type="dcterms:W3CDTF">2026-10-03T05:53:20Z</dcterms:modified>
</cp:coreProperties>
</file>